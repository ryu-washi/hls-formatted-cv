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9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080FE3-61A1-4055-A2C8-FA4674821909}" v="1" dt="2026-08-11T06:24:03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2" y="17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shirawish Raweerojthakul" userId="0e2fdafbaa919bb6" providerId="LiveId" clId="{06C6C6B0-4E84-4247-A2A9-6A0C269566BB}"/>
    <pc:docChg chg="undo custSel addSld modSld">
      <pc:chgData name="Washirawish Raweerojthakul" userId="0e2fdafbaa919bb6" providerId="LiveId" clId="{06C6C6B0-4E84-4247-A2A9-6A0C269566BB}" dt="2026-08-11T06:25:54.444" v="271" actId="113"/>
      <pc:docMkLst>
        <pc:docMk/>
      </pc:docMkLst>
      <pc:sldChg chg="delSp modSp mod">
        <pc:chgData name="Washirawish Raweerojthakul" userId="0e2fdafbaa919bb6" providerId="LiveId" clId="{06C6C6B0-4E84-4247-A2A9-6A0C269566BB}" dt="2026-08-11T06:17:26.356" v="216" actId="20577"/>
        <pc:sldMkLst>
          <pc:docMk/>
          <pc:sldMk cId="0" sldId="256"/>
        </pc:sldMkLst>
        <pc:spChg chg="del mod">
          <ac:chgData name="Washirawish Raweerojthakul" userId="0e2fdafbaa919bb6" providerId="LiveId" clId="{06C6C6B0-4E84-4247-A2A9-6A0C269566BB}" dt="2026-08-11T05:43:31.738" v="3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Washirawish Raweerojthakul" userId="0e2fdafbaa919bb6" providerId="LiveId" clId="{06C6C6B0-4E84-4247-A2A9-6A0C269566BB}" dt="2026-08-11T06:15:18.791" v="176" actId="21"/>
          <ac:spMkLst>
            <pc:docMk/>
            <pc:sldMk cId="0" sldId="256"/>
            <ac:spMk id="5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7:26.356" v="216" actId="20577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Washirawish Raweerojthakul" userId="0e2fdafbaa919bb6" providerId="LiveId" clId="{06C6C6B0-4E84-4247-A2A9-6A0C269566BB}" dt="2026-08-11T06:22:48.118" v="242" actId="1076"/>
        <pc:sldMkLst>
          <pc:docMk/>
          <pc:sldMk cId="0" sldId="257"/>
        </pc:sldMkLst>
        <pc:spChg chg="del">
          <ac:chgData name="Washirawish Raweerojthakul" userId="0e2fdafbaa919bb6" providerId="LiveId" clId="{06C6C6B0-4E84-4247-A2A9-6A0C269566BB}" dt="2026-08-11T05:54:37.767" v="43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5:55:24.131" v="53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5:55:18.330" v="52" actId="14100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Washirawish Raweerojthakul" userId="0e2fdafbaa919bb6" providerId="LiveId" clId="{06C6C6B0-4E84-4247-A2A9-6A0C269566BB}" dt="2026-08-11T06:15:40.767" v="179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Washirawish Raweerojthakul" userId="0e2fdafbaa919bb6" providerId="LiveId" clId="{06C6C6B0-4E84-4247-A2A9-6A0C269566BB}" dt="2026-08-11T05:54:24.888" v="38" actId="21"/>
          <ac:spMkLst>
            <pc:docMk/>
            <pc:sldMk cId="0" sldId="257"/>
            <ac:spMk id="10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5:54:47.077" v="46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5:54:45.097" v="45" actId="21"/>
          <ac:spMkLst>
            <pc:docMk/>
            <pc:sldMk cId="0" sldId="257"/>
            <ac:spMk id="12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5:54:34.752" v="41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5:54:48.650" v="47" actId="478"/>
          <ac:spMkLst>
            <pc:docMk/>
            <pc:sldMk cId="0" sldId="257"/>
            <ac:spMk id="14" creationId="{00000000-0000-0000-0000-000000000000}"/>
          </ac:spMkLst>
        </pc:spChg>
        <pc:spChg chg="del mod">
          <ac:chgData name="Washirawish Raweerojthakul" userId="0e2fdafbaa919bb6" providerId="LiveId" clId="{06C6C6B0-4E84-4247-A2A9-6A0C269566BB}" dt="2026-08-11T05:54:39.522" v="44" actId="21"/>
          <ac:spMkLst>
            <pc:docMk/>
            <pc:sldMk cId="0" sldId="257"/>
            <ac:spMk id="15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5:54:49.746" v="48" actId="478"/>
          <ac:spMkLst>
            <pc:docMk/>
            <pc:sldMk cId="0" sldId="257"/>
            <ac:spMk id="16" creationId="{00000000-0000-0000-0000-000000000000}"/>
          </ac:spMkLst>
        </pc:spChg>
        <pc:spChg chg="del mod">
          <ac:chgData name="Washirawish Raweerojthakul" userId="0e2fdafbaa919bb6" providerId="LiveId" clId="{06C6C6B0-4E84-4247-A2A9-6A0C269566BB}" dt="2026-08-11T05:54:34.752" v="41" actId="478"/>
          <ac:spMkLst>
            <pc:docMk/>
            <pc:sldMk cId="0" sldId="257"/>
            <ac:spMk id="17" creationId="{00000000-0000-0000-0000-000000000000}"/>
          </ac:spMkLst>
        </pc:spChg>
        <pc:spChg chg="del mod">
          <ac:chgData name="Washirawish Raweerojthakul" userId="0e2fdafbaa919bb6" providerId="LiveId" clId="{06C6C6B0-4E84-4247-A2A9-6A0C269566BB}" dt="2026-08-11T05:54:55.132" v="50" actId="21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Washirawish Raweerojthakul" userId="0e2fdafbaa919bb6" providerId="LiveId" clId="{06C6C6B0-4E84-4247-A2A9-6A0C269566BB}" dt="2026-08-11T05:54:34.752" v="41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5:58:44.345" v="60" actId="21"/>
          <ac:spMkLst>
            <pc:docMk/>
            <pc:sldMk cId="0" sldId="257"/>
            <ac:spMk id="23" creationId="{5B93ADF6-6EAA-2631-BD34-CE9BD4AFB57A}"/>
          </ac:spMkLst>
        </pc:spChg>
        <pc:spChg chg="del">
          <ac:chgData name="Washirawish Raweerojthakul" userId="0e2fdafbaa919bb6" providerId="LiveId" clId="{06C6C6B0-4E84-4247-A2A9-6A0C269566BB}" dt="2026-08-11T05:59:56.416" v="72" actId="21"/>
          <ac:spMkLst>
            <pc:docMk/>
            <pc:sldMk cId="0" sldId="257"/>
            <ac:spMk id="25" creationId="{3341CEA9-93FC-4915-4945-56AF37A09BBE}"/>
          </ac:spMkLst>
        </pc:spChg>
        <pc:spChg chg="del">
          <ac:chgData name="Washirawish Raweerojthakul" userId="0e2fdafbaa919bb6" providerId="LiveId" clId="{06C6C6B0-4E84-4247-A2A9-6A0C269566BB}" dt="2026-08-11T06:15:37.001" v="177" actId="21"/>
          <ac:spMkLst>
            <pc:docMk/>
            <pc:sldMk cId="0" sldId="257"/>
            <ac:spMk id="27" creationId="{5F1D9712-0CA1-2E20-A616-39EBAA7AE464}"/>
          </ac:spMkLst>
        </pc:spChg>
        <pc:spChg chg="add del mod">
          <ac:chgData name="Washirawish Raweerojthakul" userId="0e2fdafbaa919bb6" providerId="LiveId" clId="{06C6C6B0-4E84-4247-A2A9-6A0C269566BB}" dt="2026-08-11T06:18:50.156" v="218" actId="478"/>
          <ac:spMkLst>
            <pc:docMk/>
            <pc:sldMk cId="0" sldId="257"/>
            <ac:spMk id="31" creationId="{AD937704-63C9-A642-FBA7-0F9644B40F95}"/>
          </ac:spMkLst>
        </pc:spChg>
        <pc:spChg chg="add del mod">
          <ac:chgData name="Washirawish Raweerojthakul" userId="0e2fdafbaa919bb6" providerId="LiveId" clId="{06C6C6B0-4E84-4247-A2A9-6A0C269566BB}" dt="2026-08-11T06:18:52.914" v="220" actId="21"/>
          <ac:spMkLst>
            <pc:docMk/>
            <pc:sldMk cId="0" sldId="257"/>
            <ac:spMk id="33" creationId="{5E8DD4D3-F821-DB55-7DF9-204AB8A6747C}"/>
          </ac:spMkLst>
        </pc:spChg>
        <pc:spChg chg="del mod">
          <ac:chgData name="Washirawish Raweerojthakul" userId="0e2fdafbaa919bb6" providerId="LiveId" clId="{06C6C6B0-4E84-4247-A2A9-6A0C269566BB}" dt="2026-08-11T06:18:55.516" v="221" actId="21"/>
          <ac:spMkLst>
            <pc:docMk/>
            <pc:sldMk cId="0" sldId="257"/>
            <ac:spMk id="35" creationId="{9C75B913-3B01-BF33-FD1C-F70C20616F05}"/>
          </ac:spMkLst>
        </pc:spChg>
        <pc:spChg chg="mod">
          <ac:chgData name="Washirawish Raweerojthakul" userId="0e2fdafbaa919bb6" providerId="LiveId" clId="{06C6C6B0-4E84-4247-A2A9-6A0C269566BB}" dt="2026-08-11T06:22:48.118" v="242" actId="1076"/>
          <ac:spMkLst>
            <pc:docMk/>
            <pc:sldMk cId="0" sldId="257"/>
            <ac:spMk id="37" creationId="{8F93136C-62E9-82D7-93C5-343A983358F5}"/>
          </ac:spMkLst>
        </pc:spChg>
        <pc:spChg chg="add">
          <ac:chgData name="Washirawish Raweerojthakul" userId="0e2fdafbaa919bb6" providerId="LiveId" clId="{06C6C6B0-4E84-4247-A2A9-6A0C269566BB}" dt="2026-08-11T05:58:36.354" v="58" actId="22"/>
          <ac:spMkLst>
            <pc:docMk/>
            <pc:sldMk cId="0" sldId="257"/>
            <ac:spMk id="39" creationId="{7719710C-7BF6-77F8-92A5-7C1FC9529131}"/>
          </ac:spMkLst>
        </pc:spChg>
        <pc:spChg chg="mod">
          <ac:chgData name="Washirawish Raweerojthakul" userId="0e2fdafbaa919bb6" providerId="LiveId" clId="{06C6C6B0-4E84-4247-A2A9-6A0C269566BB}" dt="2026-08-11T06:00:51.339" v="80" actId="120"/>
          <ac:spMkLst>
            <pc:docMk/>
            <pc:sldMk cId="0" sldId="257"/>
            <ac:spMk id="41" creationId="{2E1F353C-EECD-4DF2-480D-92826F799EC8}"/>
          </ac:spMkLst>
        </pc:spChg>
        <pc:spChg chg="mod">
          <ac:chgData name="Washirawish Raweerojthakul" userId="0e2fdafbaa919bb6" providerId="LiveId" clId="{06C6C6B0-4E84-4247-A2A9-6A0C269566BB}" dt="2026-08-11T06:00:40.490" v="77" actId="1076"/>
          <ac:spMkLst>
            <pc:docMk/>
            <pc:sldMk cId="0" sldId="257"/>
            <ac:spMk id="43" creationId="{D52EDC5A-9964-A4EF-B22C-44F9B2BEAE3E}"/>
          </ac:spMkLst>
        </pc:spChg>
        <pc:spChg chg="add">
          <ac:chgData name="Washirawish Raweerojthakul" userId="0e2fdafbaa919bb6" providerId="LiveId" clId="{06C6C6B0-4E84-4247-A2A9-6A0C269566BB}" dt="2026-08-11T05:58:36.354" v="58" actId="22"/>
          <ac:spMkLst>
            <pc:docMk/>
            <pc:sldMk cId="0" sldId="257"/>
            <ac:spMk id="45" creationId="{F9AF29D1-8BB4-3C32-24FF-8D211039EF30}"/>
          </ac:spMkLst>
        </pc:spChg>
        <pc:spChg chg="add">
          <ac:chgData name="Washirawish Raweerojthakul" userId="0e2fdafbaa919bb6" providerId="LiveId" clId="{06C6C6B0-4E84-4247-A2A9-6A0C269566BB}" dt="2026-08-11T05:58:36.354" v="58" actId="22"/>
          <ac:spMkLst>
            <pc:docMk/>
            <pc:sldMk cId="0" sldId="257"/>
            <ac:spMk id="47" creationId="{02BF638E-3DBC-D7F1-D2E7-CDD73DC6AAEA}"/>
          </ac:spMkLst>
        </pc:spChg>
        <pc:spChg chg="add mod">
          <ac:chgData name="Washirawish Raweerojthakul" userId="0e2fdafbaa919bb6" providerId="LiveId" clId="{06C6C6B0-4E84-4247-A2A9-6A0C269566BB}" dt="2026-08-11T06:00:19.023" v="74" actId="255"/>
          <ac:spMkLst>
            <pc:docMk/>
            <pc:sldMk cId="0" sldId="257"/>
            <ac:spMk id="49" creationId="{2372D061-63F0-D16A-E264-CD296AA5A2CE}"/>
          </ac:spMkLst>
        </pc:spChg>
        <pc:spChg chg="add mod">
          <ac:chgData name="Washirawish Raweerojthakul" userId="0e2fdafbaa919bb6" providerId="LiveId" clId="{06C6C6B0-4E84-4247-A2A9-6A0C269566BB}" dt="2026-08-11T06:00:19.023" v="74" actId="255"/>
          <ac:spMkLst>
            <pc:docMk/>
            <pc:sldMk cId="0" sldId="257"/>
            <ac:spMk id="51" creationId="{1BD9E48A-B0E2-8963-E40A-E24740EF99F4}"/>
          </ac:spMkLst>
        </pc:spChg>
        <pc:spChg chg="add mod">
          <ac:chgData name="Washirawish Raweerojthakul" userId="0e2fdafbaa919bb6" providerId="LiveId" clId="{06C6C6B0-4E84-4247-A2A9-6A0C269566BB}" dt="2026-08-11T06:00:23.771" v="75" actId="255"/>
          <ac:spMkLst>
            <pc:docMk/>
            <pc:sldMk cId="0" sldId="257"/>
            <ac:spMk id="57" creationId="{E7E46C26-D033-7E2A-67F0-4B534532232E}"/>
          </ac:spMkLst>
        </pc:spChg>
        <pc:spChg chg="mod">
          <ac:chgData name="Washirawish Raweerojthakul" userId="0e2fdafbaa919bb6" providerId="LiveId" clId="{06C6C6B0-4E84-4247-A2A9-6A0C269566BB}" dt="2026-08-11T06:00:23.771" v="75" actId="255"/>
          <ac:spMkLst>
            <pc:docMk/>
            <pc:sldMk cId="0" sldId="257"/>
            <ac:spMk id="59" creationId="{F9ABAC8C-467B-206F-A3B9-6E6E9D59AF36}"/>
          </ac:spMkLst>
        </pc:spChg>
        <pc:spChg chg="add mod">
          <ac:chgData name="Washirawish Raweerojthakul" userId="0e2fdafbaa919bb6" providerId="LiveId" clId="{06C6C6B0-4E84-4247-A2A9-6A0C269566BB}" dt="2026-08-11T06:00:29.346" v="76" actId="255"/>
          <ac:spMkLst>
            <pc:docMk/>
            <pc:sldMk cId="0" sldId="257"/>
            <ac:spMk id="65" creationId="{B08C4F38-D372-676A-B41D-18B5C22CF21D}"/>
          </ac:spMkLst>
        </pc:spChg>
        <pc:spChg chg="add mod">
          <ac:chgData name="Washirawish Raweerojthakul" userId="0e2fdafbaa919bb6" providerId="LiveId" clId="{06C6C6B0-4E84-4247-A2A9-6A0C269566BB}" dt="2026-08-11T06:00:29.346" v="76" actId="255"/>
          <ac:spMkLst>
            <pc:docMk/>
            <pc:sldMk cId="0" sldId="257"/>
            <ac:spMk id="67" creationId="{2F4081E3-14DA-CBD8-CB48-6924F5466CCB}"/>
          </ac:spMkLst>
        </pc:spChg>
        <pc:picChg chg="del">
          <ac:chgData name="Washirawish Raweerojthakul" userId="0e2fdafbaa919bb6" providerId="LiveId" clId="{06C6C6B0-4E84-4247-A2A9-6A0C269566BB}" dt="2026-08-11T06:15:40.767" v="179" actId="478"/>
          <ac:picMkLst>
            <pc:docMk/>
            <pc:sldMk cId="0" sldId="257"/>
            <ac:picMk id="6" creationId="{00000000-0000-0000-0000-000000000000}"/>
          </ac:picMkLst>
        </pc:picChg>
        <pc:picChg chg="add mod">
          <ac:chgData name="Washirawish Raweerojthakul" userId="0e2fdafbaa919bb6" providerId="LiveId" clId="{06C6C6B0-4E84-4247-A2A9-6A0C269566BB}" dt="2026-08-11T06:05:39.039" v="105" actId="1076"/>
          <ac:picMkLst>
            <pc:docMk/>
            <pc:sldMk cId="0" sldId="257"/>
            <ac:picMk id="21" creationId="{2994273C-27CC-451A-E73B-79836373216A}"/>
          </ac:picMkLst>
        </pc:picChg>
        <pc:picChg chg="del mod">
          <ac:chgData name="Washirawish Raweerojthakul" userId="0e2fdafbaa919bb6" providerId="LiveId" clId="{06C6C6B0-4E84-4247-A2A9-6A0C269566BB}" dt="2026-08-11T06:18:48.684" v="217" actId="478"/>
          <ac:picMkLst>
            <pc:docMk/>
            <pc:sldMk cId="0" sldId="257"/>
            <ac:picMk id="29" creationId="{26CD2AB4-7B9B-277B-427B-1D702F258112}"/>
          </ac:picMkLst>
        </pc:picChg>
        <pc:picChg chg="add del mod">
          <ac:chgData name="Washirawish Raweerojthakul" userId="0e2fdafbaa919bb6" providerId="LiveId" clId="{06C6C6B0-4E84-4247-A2A9-6A0C269566BB}" dt="2026-08-11T06:20:37.533" v="228" actId="478"/>
          <ac:picMkLst>
            <pc:docMk/>
            <pc:sldMk cId="0" sldId="257"/>
            <ac:picMk id="69" creationId="{0AE7C721-C846-AB50-6E80-FFB99FF2838D}"/>
          </ac:picMkLst>
        </pc:picChg>
        <pc:picChg chg="add del mod">
          <ac:chgData name="Washirawish Raweerojthakul" userId="0e2fdafbaa919bb6" providerId="LiveId" clId="{06C6C6B0-4E84-4247-A2A9-6A0C269566BB}" dt="2026-08-11T06:21:46.319" v="231" actId="931"/>
          <ac:picMkLst>
            <pc:docMk/>
            <pc:sldMk cId="0" sldId="257"/>
            <ac:picMk id="71" creationId="{12468188-D3E5-E31F-50B7-FAA42BAEE3A4}"/>
          </ac:picMkLst>
        </pc:picChg>
        <pc:picChg chg="add mod">
          <ac:chgData name="Washirawish Raweerojthakul" userId="0e2fdafbaa919bb6" providerId="LiveId" clId="{06C6C6B0-4E84-4247-A2A9-6A0C269566BB}" dt="2026-08-11T06:22:21.682" v="239" actId="1076"/>
          <ac:picMkLst>
            <pc:docMk/>
            <pc:sldMk cId="0" sldId="257"/>
            <ac:picMk id="73" creationId="{2A5C4117-07B0-08C2-3C46-1B41B5095B44}"/>
          </ac:picMkLst>
        </pc:picChg>
      </pc:sldChg>
      <pc:sldChg chg="addSp delSp modSp mod">
        <pc:chgData name="Washirawish Raweerojthakul" userId="0e2fdafbaa919bb6" providerId="LiveId" clId="{06C6C6B0-4E84-4247-A2A9-6A0C269566BB}" dt="2026-08-11T06:16:17.030" v="185" actId="22"/>
        <pc:sldMkLst>
          <pc:docMk/>
          <pc:sldMk cId="0" sldId="258"/>
        </pc:sldMkLst>
        <pc:spChg chg="mod">
          <ac:chgData name="Washirawish Raweerojthakul" userId="0e2fdafbaa919bb6" providerId="LiveId" clId="{06C6C6B0-4E84-4247-A2A9-6A0C269566BB}" dt="2026-08-11T06:01:56.809" v="87" actId="1076"/>
          <ac:spMkLst>
            <pc:docMk/>
            <pc:sldMk cId="0" sldId="258"/>
            <ac:spMk id="2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5:55:33.521" v="54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06:01.574" v="107" actId="1076"/>
          <ac:spMkLst>
            <pc:docMk/>
            <pc:sldMk cId="0" sldId="258"/>
            <ac:spMk id="5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6:15:45.191" v="180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03:24.704" v="94" actId="25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03:16.229" v="93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01:52.423" v="85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03:34.272" v="97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03:43.016" v="98" actId="255"/>
          <ac:spMkLst>
            <pc:docMk/>
            <pc:sldMk cId="0" sldId="258"/>
            <ac:spMk id="17" creationId="{00000000-0000-0000-0000-000000000000}"/>
          </ac:spMkLst>
        </pc:spChg>
        <pc:spChg chg="add">
          <ac:chgData name="Washirawish Raweerojthakul" userId="0e2fdafbaa919bb6" providerId="LiveId" clId="{06C6C6B0-4E84-4247-A2A9-6A0C269566BB}" dt="2026-08-11T06:16:17.030" v="185" actId="22"/>
          <ac:spMkLst>
            <pc:docMk/>
            <pc:sldMk cId="0" sldId="258"/>
            <ac:spMk id="24" creationId="{35A398C7-2756-72CB-E22E-A678EBE66DEC}"/>
          </ac:spMkLst>
        </pc:spChg>
        <pc:picChg chg="del">
          <ac:chgData name="Washirawish Raweerojthakul" userId="0e2fdafbaa919bb6" providerId="LiveId" clId="{06C6C6B0-4E84-4247-A2A9-6A0C269566BB}" dt="2026-08-11T06:15:45.191" v="180" actId="478"/>
          <ac:picMkLst>
            <pc:docMk/>
            <pc:sldMk cId="0" sldId="258"/>
            <ac:picMk id="6" creationId="{00000000-0000-0000-0000-000000000000}"/>
          </ac:picMkLst>
        </pc:picChg>
        <pc:picChg chg="add mod">
          <ac:chgData name="Washirawish Raweerojthakul" userId="0e2fdafbaa919bb6" providerId="LiveId" clId="{06C6C6B0-4E84-4247-A2A9-6A0C269566BB}" dt="2026-08-11T06:05:49.390" v="106" actId="1076"/>
          <ac:picMkLst>
            <pc:docMk/>
            <pc:sldMk cId="0" sldId="258"/>
            <ac:picMk id="22" creationId="{9E2B2EEE-CEBB-2E30-C18F-8212503C28D4}"/>
          </ac:picMkLst>
        </pc:picChg>
      </pc:sldChg>
      <pc:sldChg chg="addSp delSp modSp mod">
        <pc:chgData name="Washirawish Raweerojthakul" userId="0e2fdafbaa919bb6" providerId="LiveId" clId="{06C6C6B0-4E84-4247-A2A9-6A0C269566BB}" dt="2026-08-11T06:16:20.459" v="186" actId="22"/>
        <pc:sldMkLst>
          <pc:docMk/>
          <pc:sldMk cId="0" sldId="259"/>
        </pc:sldMkLst>
        <pc:spChg chg="mod">
          <ac:chgData name="Washirawish Raweerojthakul" userId="0e2fdafbaa919bb6" providerId="LiveId" clId="{06C6C6B0-4E84-4247-A2A9-6A0C269566BB}" dt="2026-08-11T06:07:02.805" v="113" actId="1076"/>
          <ac:spMkLst>
            <pc:docMk/>
            <pc:sldMk cId="0" sldId="259"/>
            <ac:spMk id="2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5:55:40.645" v="55" actId="21"/>
          <ac:spMkLst>
            <pc:docMk/>
            <pc:sldMk cId="0" sldId="259"/>
            <ac:spMk id="3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3:26.433" v="160" actId="1076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Washirawish Raweerojthakul" userId="0e2fdafbaa919bb6" providerId="LiveId" clId="{06C6C6B0-4E84-4247-A2A9-6A0C269566BB}" dt="2026-08-11T06:15:52.179" v="181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07:02.805" v="113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1:23.009" v="153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2:08.029" v="155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1:52.541" v="154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1:52.541" v="154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2:12.725" v="156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1:52.541" v="154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1:52.541" v="15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2:18.605" v="157" actId="25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1:52.541" v="154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2:23.396" v="158" actId="25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1:52.541" v="15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2:27.140" v="159" actId="255"/>
          <ac:spMkLst>
            <pc:docMk/>
            <pc:sldMk cId="0" sldId="259"/>
            <ac:spMk id="23" creationId="{00000000-0000-0000-0000-000000000000}"/>
          </ac:spMkLst>
        </pc:spChg>
        <pc:spChg chg="add">
          <ac:chgData name="Washirawish Raweerojthakul" userId="0e2fdafbaa919bb6" providerId="LiveId" clId="{06C6C6B0-4E84-4247-A2A9-6A0C269566BB}" dt="2026-08-11T06:16:20.459" v="186" actId="22"/>
          <ac:spMkLst>
            <pc:docMk/>
            <pc:sldMk cId="0" sldId="259"/>
            <ac:spMk id="31" creationId="{A9F5961A-4B85-8C62-1358-1FEBAEDAC61A}"/>
          </ac:spMkLst>
        </pc:spChg>
        <pc:picChg chg="del">
          <ac:chgData name="Washirawish Raweerojthakul" userId="0e2fdafbaa919bb6" providerId="LiveId" clId="{06C6C6B0-4E84-4247-A2A9-6A0C269566BB}" dt="2026-08-11T06:15:52.179" v="181" actId="478"/>
          <ac:picMkLst>
            <pc:docMk/>
            <pc:sldMk cId="0" sldId="259"/>
            <ac:picMk id="6" creationId="{00000000-0000-0000-0000-000000000000}"/>
          </ac:picMkLst>
        </pc:picChg>
        <pc:picChg chg="add del">
          <ac:chgData name="Washirawish Raweerojthakul" userId="0e2fdafbaa919bb6" providerId="LiveId" clId="{06C6C6B0-4E84-4247-A2A9-6A0C269566BB}" dt="2026-08-11T06:07:47.106" v="116" actId="22"/>
          <ac:picMkLst>
            <pc:docMk/>
            <pc:sldMk cId="0" sldId="259"/>
            <ac:picMk id="27" creationId="{115D76A7-4930-9EF2-82DC-344FF0FB6AC7}"/>
          </ac:picMkLst>
        </pc:picChg>
        <pc:picChg chg="add">
          <ac:chgData name="Washirawish Raweerojthakul" userId="0e2fdafbaa919bb6" providerId="LiveId" clId="{06C6C6B0-4E84-4247-A2A9-6A0C269566BB}" dt="2026-08-11T06:07:54.397" v="117" actId="22"/>
          <ac:picMkLst>
            <pc:docMk/>
            <pc:sldMk cId="0" sldId="259"/>
            <ac:picMk id="29" creationId="{7A5DE112-DAC3-B26B-A25C-FE7374226FD1}"/>
          </ac:picMkLst>
        </pc:picChg>
      </pc:sldChg>
      <pc:sldChg chg="addSp delSp modSp mod">
        <pc:chgData name="Washirawish Raweerojthakul" userId="0e2fdafbaa919bb6" providerId="LiveId" clId="{06C6C6B0-4E84-4247-A2A9-6A0C269566BB}" dt="2026-08-11T06:16:23.603" v="187" actId="22"/>
        <pc:sldMkLst>
          <pc:docMk/>
          <pc:sldMk cId="0" sldId="260"/>
        </pc:sldMkLst>
        <pc:spChg chg="mod">
          <ac:chgData name="Washirawish Raweerojthakul" userId="0e2fdafbaa919bb6" providerId="LiveId" clId="{06C6C6B0-4E84-4247-A2A9-6A0C269566BB}" dt="2026-08-11T06:14:58.719" v="174" actId="1076"/>
          <ac:spMkLst>
            <pc:docMk/>
            <pc:sldMk cId="0" sldId="260"/>
            <ac:spMk id="2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5:55:45.372" v="56" actId="21"/>
          <ac:spMkLst>
            <pc:docMk/>
            <pc:sldMk cId="0" sldId="260"/>
            <ac:spMk id="3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3:47.316" v="163" actId="1076"/>
          <ac:spMkLst>
            <pc:docMk/>
            <pc:sldMk cId="0" sldId="260"/>
            <ac:spMk id="5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6:15:57.206" v="182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4:08.216" v="165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4:08.216" v="165" actId="25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4:08.216" v="165" actId="255"/>
          <ac:spMkLst>
            <pc:docMk/>
            <pc:sldMk cId="0" sldId="260"/>
            <ac:spMk id="18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4:08.216" v="165" actId="255"/>
          <ac:spMkLst>
            <pc:docMk/>
            <pc:sldMk cId="0" sldId="260"/>
            <ac:spMk id="21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4:08.216" v="165" actId="25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4:08.216" v="165" actId="25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4:08.216" v="165" actId="255"/>
          <ac:spMkLst>
            <pc:docMk/>
            <pc:sldMk cId="0" sldId="260"/>
            <ac:spMk id="30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4:21.856" v="166" actId="255"/>
          <ac:spMkLst>
            <pc:docMk/>
            <pc:sldMk cId="0" sldId="260"/>
            <ac:spMk id="32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5:04.807" v="175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5:04.807" v="175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5:04.807" v="175" actId="1076"/>
          <ac:spMkLst>
            <pc:docMk/>
            <pc:sldMk cId="0" sldId="260"/>
            <ac:spMk id="35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5:04.807" v="175" actId="107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5:04.807" v="175" actId="1076"/>
          <ac:spMkLst>
            <pc:docMk/>
            <pc:sldMk cId="0" sldId="260"/>
            <ac:spMk id="37" creationId="{00000000-0000-0000-0000-000000000000}"/>
          </ac:spMkLst>
        </pc:spChg>
        <pc:spChg chg="add">
          <ac:chgData name="Washirawish Raweerojthakul" userId="0e2fdafbaa919bb6" providerId="LiveId" clId="{06C6C6B0-4E84-4247-A2A9-6A0C269566BB}" dt="2026-08-11T06:16:23.603" v="187" actId="22"/>
          <ac:spMkLst>
            <pc:docMk/>
            <pc:sldMk cId="0" sldId="260"/>
            <ac:spMk id="41" creationId="{9F660D53-06D5-38F3-7B4F-245234DD1977}"/>
          </ac:spMkLst>
        </pc:spChg>
        <pc:picChg chg="del">
          <ac:chgData name="Washirawish Raweerojthakul" userId="0e2fdafbaa919bb6" providerId="LiveId" clId="{06C6C6B0-4E84-4247-A2A9-6A0C269566BB}" dt="2026-08-11T06:15:57.206" v="182" actId="478"/>
          <ac:picMkLst>
            <pc:docMk/>
            <pc:sldMk cId="0" sldId="260"/>
            <ac:picMk id="6" creationId="{00000000-0000-0000-0000-000000000000}"/>
          </ac:picMkLst>
        </pc:picChg>
        <pc:picChg chg="add">
          <ac:chgData name="Washirawish Raweerojthakul" userId="0e2fdafbaa919bb6" providerId="LiveId" clId="{06C6C6B0-4E84-4247-A2A9-6A0C269566BB}" dt="2026-08-11T06:08:05.930" v="119" actId="22"/>
          <ac:picMkLst>
            <pc:docMk/>
            <pc:sldMk cId="0" sldId="260"/>
            <ac:picMk id="39" creationId="{798D0D09-BD4F-E568-9797-6DD078123E2B}"/>
          </ac:picMkLst>
        </pc:picChg>
      </pc:sldChg>
      <pc:sldChg chg="addSp delSp modSp mod">
        <pc:chgData name="Washirawish Raweerojthakul" userId="0e2fdafbaa919bb6" providerId="LiveId" clId="{06C6C6B0-4E84-4247-A2A9-6A0C269566BB}" dt="2026-08-11T06:16:12.491" v="184" actId="22"/>
        <pc:sldMkLst>
          <pc:docMk/>
          <pc:sldMk cId="0" sldId="261"/>
        </pc:sldMkLst>
        <pc:spChg chg="del">
          <ac:chgData name="Washirawish Raweerojthakul" userId="0e2fdafbaa919bb6" providerId="LiveId" clId="{06C6C6B0-4E84-4247-A2A9-6A0C269566BB}" dt="2026-08-11T05:55:48.817" v="57" actId="21"/>
          <ac:spMkLst>
            <pc:docMk/>
            <pc:sldMk cId="0" sldId="261"/>
            <ac:spMk id="3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3:41.187" v="162" actId="1076"/>
          <ac:spMkLst>
            <pc:docMk/>
            <pc:sldMk cId="0" sldId="261"/>
            <ac:spMk id="5" creationId="{00000000-0000-0000-0000-000000000000}"/>
          </ac:spMkLst>
        </pc:spChg>
        <pc:spChg chg="del">
          <ac:chgData name="Washirawish Raweerojthakul" userId="0e2fdafbaa919bb6" providerId="LiveId" clId="{06C6C6B0-4E84-4247-A2A9-6A0C269566BB}" dt="2026-08-11T06:16:01.066" v="183" actId="478"/>
          <ac:spMkLst>
            <pc:docMk/>
            <pc:sldMk cId="0" sldId="261"/>
            <ac:spMk id="7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0:40.670" v="151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0:34.398" v="150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0:11.701" v="145" actId="25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0:11.701" v="145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0:29.831" v="149" actId="255"/>
          <ac:spMkLst>
            <pc:docMk/>
            <pc:sldMk cId="0" sldId="261"/>
            <ac:spMk id="15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0:11.701" v="145" actId="25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0:24.116" v="147" actId="25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0:17.680" v="146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Washirawish Raweerojthakul" userId="0e2fdafbaa919bb6" providerId="LiveId" clId="{06C6C6B0-4E84-4247-A2A9-6A0C269566BB}" dt="2026-08-11T06:10:17.680" v="146" actId="255"/>
          <ac:spMkLst>
            <pc:docMk/>
            <pc:sldMk cId="0" sldId="261"/>
            <ac:spMk id="21" creationId="{00000000-0000-0000-0000-000000000000}"/>
          </ac:spMkLst>
        </pc:spChg>
        <pc:spChg chg="add">
          <ac:chgData name="Washirawish Raweerojthakul" userId="0e2fdafbaa919bb6" providerId="LiveId" clId="{06C6C6B0-4E84-4247-A2A9-6A0C269566BB}" dt="2026-08-11T06:16:12.491" v="184" actId="22"/>
          <ac:spMkLst>
            <pc:docMk/>
            <pc:sldMk cId="0" sldId="261"/>
            <ac:spMk id="27" creationId="{C0091EA4-302D-1434-DD3B-7D4A12458923}"/>
          </ac:spMkLst>
        </pc:spChg>
        <pc:picChg chg="del">
          <ac:chgData name="Washirawish Raweerojthakul" userId="0e2fdafbaa919bb6" providerId="LiveId" clId="{06C6C6B0-4E84-4247-A2A9-6A0C269566BB}" dt="2026-08-11T06:16:01.066" v="183" actId="478"/>
          <ac:picMkLst>
            <pc:docMk/>
            <pc:sldMk cId="0" sldId="261"/>
            <ac:picMk id="6" creationId="{00000000-0000-0000-0000-000000000000}"/>
          </ac:picMkLst>
        </pc:picChg>
        <pc:picChg chg="add">
          <ac:chgData name="Washirawish Raweerojthakul" userId="0e2fdafbaa919bb6" providerId="LiveId" clId="{06C6C6B0-4E84-4247-A2A9-6A0C269566BB}" dt="2026-08-11T06:09:46.306" v="143" actId="22"/>
          <ac:picMkLst>
            <pc:docMk/>
            <pc:sldMk cId="0" sldId="261"/>
            <ac:picMk id="25" creationId="{6EBCF037-409A-8F5B-7A7A-47CD70AF2E7A}"/>
          </ac:picMkLst>
        </pc:picChg>
      </pc:sldChg>
      <pc:sldChg chg="delSp modSp add mod">
        <pc:chgData name="Washirawish Raweerojthakul" userId="0e2fdafbaa919bb6" providerId="LiveId" clId="{06C6C6B0-4E84-4247-A2A9-6A0C269566BB}" dt="2026-08-11T06:25:54.444" v="271" actId="113"/>
        <pc:sldMkLst>
          <pc:docMk/>
          <pc:sldMk cId="1155940230" sldId="262"/>
        </pc:sldMkLst>
        <pc:spChg chg="mod">
          <ac:chgData name="Washirawish Raweerojthakul" userId="0e2fdafbaa919bb6" providerId="LiveId" clId="{06C6C6B0-4E84-4247-A2A9-6A0C269566BB}" dt="2026-08-11T06:25:54.444" v="271" actId="113"/>
          <ac:spMkLst>
            <pc:docMk/>
            <pc:sldMk cId="1155940230" sldId="262"/>
            <ac:spMk id="2" creationId="{52913FAE-AE73-97F8-37C8-5A2D3A77B4FA}"/>
          </ac:spMkLst>
        </pc:spChg>
        <pc:spChg chg="del">
          <ac:chgData name="Washirawish Raweerojthakul" userId="0e2fdafbaa919bb6" providerId="LiveId" clId="{06C6C6B0-4E84-4247-A2A9-6A0C269566BB}" dt="2026-08-11T06:24:08.863" v="244" actId="21"/>
          <ac:spMkLst>
            <pc:docMk/>
            <pc:sldMk cId="1155940230" sldId="262"/>
            <ac:spMk id="7" creationId="{A00D272C-6804-0CB1-9359-B0052165C9D1}"/>
          </ac:spMkLst>
        </pc:spChg>
        <pc:picChg chg="mod">
          <ac:chgData name="Washirawish Raweerojthakul" userId="0e2fdafbaa919bb6" providerId="LiveId" clId="{06C6C6B0-4E84-4247-A2A9-6A0C269566BB}" dt="2026-08-11T06:25:07.424" v="260" actId="1076"/>
          <ac:picMkLst>
            <pc:docMk/>
            <pc:sldMk cId="1155940230" sldId="262"/>
            <ac:picMk id="3" creationId="{BB27CC00-7FFE-4ACF-BA5F-A74493F2E27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LSBridgeAdvisory_Logo-Full-Reversed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777240"/>
            <a:ext cx="4572000" cy="24051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55767" y="5074920"/>
            <a:ext cx="1280160" cy="1905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5440680"/>
            <a:ext cx="9448495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FFFFFF"/>
                </a:solidFill>
                <a:latin typeface="Calibri"/>
              </a:rPr>
              <a:t>Washirawish </a:t>
            </a:r>
            <a:r>
              <a:rPr lang="en-US" b="1" i="0" dirty="0">
                <a:solidFill>
                  <a:srgbClr val="FFFFFF"/>
                </a:solidFill>
                <a:latin typeface="Calibri"/>
              </a:rPr>
              <a:t>(Ryu) 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Raweerojthakul</a:t>
            </a:r>
            <a:endParaRPr lang="en-US" b="1" i="0" dirty="0">
              <a:solidFill>
                <a:srgbClr val="FFFFFF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Founder &amp; 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Consulting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92905" y="274320"/>
            <a:ext cx="82501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FFFFFF"/>
                </a:solidFill>
                <a:latin typeface="Georgia"/>
              </a:rPr>
              <a:t>About Us &amp; Our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558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73368"/>
            <a:ext cx="11094415" cy="9525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mage 0" descr="/mnt/data/HLSBridgeAdvisory_Logo-Full-Navy_transparent.png">
            <a:extLst>
              <a:ext uri="{FF2B5EF4-FFF2-40B4-BE49-F238E27FC236}">
                <a16:creationId xmlns:a16="http://schemas.microsoft.com/office/drawing/2014/main" id="{2994273C-27CC-451A-E73B-798363732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293"/>
            <a:ext cx="1170432" cy="578193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8F93136C-62E9-82D7-93C5-343A983358F5}"/>
              </a:ext>
            </a:extLst>
          </p:cNvPr>
          <p:cNvSpPr/>
          <p:nvPr/>
        </p:nvSpPr>
        <p:spPr>
          <a:xfrm>
            <a:off x="438912" y="4329925"/>
            <a:ext cx="25603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20+ years across healthcare, life sciences, executive search, recruitment leadership, sales and business development.</a:t>
            </a:r>
            <a:endParaRPr lang="en-US" sz="1100" dirty="0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7719710C-7BF6-77F8-92A5-7C1FC9529131}"/>
              </a:ext>
            </a:extLst>
          </p:cNvPr>
          <p:cNvSpPr/>
          <p:nvPr/>
        </p:nvSpPr>
        <p:spPr>
          <a:xfrm>
            <a:off x="3566160" y="1307592"/>
            <a:ext cx="36576" cy="4526280"/>
          </a:xfrm>
          <a:prstGeom prst="rect">
            <a:avLst/>
          </a:prstGeom>
          <a:solidFill>
            <a:srgbClr val="C8A45E"/>
          </a:solidFill>
          <a:ln w="12700">
            <a:solidFill>
              <a:srgbClr val="C8A45E">
                <a:alpha val="0"/>
              </a:srgbClr>
            </a:solidFill>
            <a:prstDash val="solid"/>
          </a:ln>
        </p:spPr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2E1F353C-EECD-4DF2-480D-92826F799EC8}"/>
              </a:ext>
            </a:extLst>
          </p:cNvPr>
          <p:cNvSpPr/>
          <p:nvPr/>
        </p:nvSpPr>
        <p:spPr>
          <a:xfrm>
            <a:off x="3895344" y="1594195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two decades working on both sides of growth - hiring people, managing teams, building client relationships and solving commercial problems - one insight became clear:</a:t>
            </a:r>
            <a:endParaRPr lang="en-US" sz="14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D52EDC5A-9964-A4EF-B22C-44F9B2BEAE3E}"/>
              </a:ext>
            </a:extLst>
          </p:cNvPr>
          <p:cNvSpPr/>
          <p:nvPr/>
        </p:nvSpPr>
        <p:spPr>
          <a:xfrm>
            <a:off x="3918204" y="2623365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companies are not limited by talent alone. They are limited by how work is designed.</a:t>
            </a:r>
            <a:endParaRPr lang="en-US" sz="2300" dirty="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F9AF29D1-8BB4-3C32-24FF-8D211039EF30}"/>
              </a:ext>
            </a:extLst>
          </p:cNvPr>
          <p:cNvSpPr/>
          <p:nvPr/>
        </p:nvSpPr>
        <p:spPr>
          <a:xfrm>
            <a:off x="3886200" y="3886200"/>
            <a:ext cx="2157984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02BF638E-3DBC-D7F1-D2E7-CDD73DC6AAEA}"/>
              </a:ext>
            </a:extLst>
          </p:cNvPr>
          <p:cNvSpPr/>
          <p:nvPr/>
        </p:nvSpPr>
        <p:spPr>
          <a:xfrm>
            <a:off x="3895344" y="3886200"/>
            <a:ext cx="45720" cy="1225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2372D061-63F0-D16A-E264-CD296AA5A2CE}"/>
              </a:ext>
            </a:extLst>
          </p:cNvPr>
          <p:cNvSpPr/>
          <p:nvPr/>
        </p:nvSpPr>
        <p:spPr>
          <a:xfrm>
            <a:off x="4087368" y="4050792"/>
            <a:ext cx="183794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Recruitment lens</a:t>
            </a:r>
            <a:endParaRPr lang="en-US" sz="12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1BD9E48A-B0E2-8963-E40A-E24740EF99F4}"/>
              </a:ext>
            </a:extLst>
          </p:cNvPr>
          <p:cNvSpPr/>
          <p:nvPr/>
        </p:nvSpPr>
        <p:spPr>
          <a:xfrm>
            <a:off x="4087368" y="4361688"/>
            <a:ext cx="18379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roles, candidate markets and hiring decisions actually work.</a:t>
            </a:r>
            <a:endParaRPr lang="en-US" sz="1200" dirty="0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4CE0051F-C7AD-5756-557F-1BF08C321EB3}"/>
              </a:ext>
            </a:extLst>
          </p:cNvPr>
          <p:cNvSpPr/>
          <p:nvPr/>
        </p:nvSpPr>
        <p:spPr>
          <a:xfrm>
            <a:off x="6309360" y="3886200"/>
            <a:ext cx="2157984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87C2739A-8078-C13C-F519-95B26088D5FB}"/>
              </a:ext>
            </a:extLst>
          </p:cNvPr>
          <p:cNvSpPr/>
          <p:nvPr/>
        </p:nvSpPr>
        <p:spPr>
          <a:xfrm>
            <a:off x="6318504" y="3886200"/>
            <a:ext cx="45720" cy="1225296"/>
          </a:xfrm>
          <a:prstGeom prst="rect">
            <a:avLst/>
          </a:prstGeom>
          <a:solidFill>
            <a:srgbClr val="C8A45E"/>
          </a:solidFill>
          <a:ln w="12700">
            <a:solidFill>
              <a:srgbClr val="C8A45E">
                <a:alpha val="0"/>
              </a:srgbClr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E7E46C26-D033-7E2A-67F0-4B534532232E}"/>
              </a:ext>
            </a:extLst>
          </p:cNvPr>
          <p:cNvSpPr/>
          <p:nvPr/>
        </p:nvSpPr>
        <p:spPr>
          <a:xfrm>
            <a:off x="6510528" y="4050792"/>
            <a:ext cx="183794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lens</a:t>
            </a:r>
            <a:endParaRPr lang="en-US" sz="12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F9ABAC8C-467B-206F-A3B9-6E6E9D59AF36}"/>
              </a:ext>
            </a:extLst>
          </p:cNvPr>
          <p:cNvSpPr/>
          <p:nvPr/>
        </p:nvSpPr>
        <p:spPr>
          <a:xfrm>
            <a:off x="6510528" y="4361688"/>
            <a:ext cx="18379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people decisions connect to revenue, execution and growth.</a:t>
            </a:r>
            <a:endParaRPr lang="en-US" sz="1200" dirty="0"/>
          </a:p>
        </p:txBody>
      </p:sp>
      <p:sp>
        <p:nvSpPr>
          <p:cNvPr id="61" name="Shape 21">
            <a:extLst>
              <a:ext uri="{FF2B5EF4-FFF2-40B4-BE49-F238E27FC236}">
                <a16:creationId xmlns:a16="http://schemas.microsoft.com/office/drawing/2014/main" id="{81E936D3-7A1F-3221-663E-0A65167D9746}"/>
              </a:ext>
            </a:extLst>
          </p:cNvPr>
          <p:cNvSpPr/>
          <p:nvPr/>
        </p:nvSpPr>
        <p:spPr>
          <a:xfrm>
            <a:off x="8732520" y="3886200"/>
            <a:ext cx="2157984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9121DEA3-EBF1-F225-D042-EA43BA5B8018}"/>
              </a:ext>
            </a:extLst>
          </p:cNvPr>
          <p:cNvSpPr/>
          <p:nvPr/>
        </p:nvSpPr>
        <p:spPr>
          <a:xfrm>
            <a:off x="8741664" y="3886200"/>
            <a:ext cx="45720" cy="1225296"/>
          </a:xfrm>
          <a:prstGeom prst="rect">
            <a:avLst/>
          </a:prstGeom>
          <a:solidFill>
            <a:srgbClr val="385B73"/>
          </a:solidFill>
          <a:ln w="12700">
            <a:solidFill>
              <a:srgbClr val="385B73">
                <a:alpha val="0"/>
              </a:srgbClr>
            </a:solidFill>
            <a:prstDash val="solid"/>
          </a:ln>
        </p:spPr>
      </p:sp>
      <p:sp>
        <p:nvSpPr>
          <p:cNvPr id="65" name="Text 23">
            <a:extLst>
              <a:ext uri="{FF2B5EF4-FFF2-40B4-BE49-F238E27FC236}">
                <a16:creationId xmlns:a16="http://schemas.microsoft.com/office/drawing/2014/main" id="{B08C4F38-D372-676A-B41D-18B5C22CF21D}"/>
              </a:ext>
            </a:extLst>
          </p:cNvPr>
          <p:cNvSpPr/>
          <p:nvPr/>
        </p:nvSpPr>
        <p:spPr>
          <a:xfrm>
            <a:off x="8933688" y="4050792"/>
            <a:ext cx="183794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lens</a:t>
            </a:r>
            <a:endParaRPr lang="en-US" sz="1200" dirty="0"/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2F4081E3-14DA-CBD8-CB48-6924F5466CCB}"/>
              </a:ext>
            </a:extLst>
          </p:cNvPr>
          <p:cNvSpPr/>
          <p:nvPr/>
        </p:nvSpPr>
        <p:spPr>
          <a:xfrm>
            <a:off x="8933688" y="4361688"/>
            <a:ext cx="18379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practical AI can remove repetitive work and improve decision quality.</a:t>
            </a:r>
            <a:endParaRPr lang="en-US" sz="12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2A5C4117-07B0-08C2-3C46-1B41B5095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81" y="2623917"/>
            <a:ext cx="3110685" cy="12622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73643" y="330175"/>
            <a:ext cx="935636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2C3946"/>
                </a:solidFill>
                <a:latin typeface="Georgia"/>
              </a:rPr>
              <a:t>Core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558"/>
                </a:solidFill>
                <a:latin typeface="Calibr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73368"/>
            <a:ext cx="11094415" cy="9525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3492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5349240" cy="381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45920"/>
            <a:ext cx="4800600" cy="47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b="1" i="0" dirty="0">
                <a:solidFill>
                  <a:srgbClr val="0D1B2A"/>
                </a:solidFill>
                <a:latin typeface="Georgia"/>
              </a:rPr>
              <a:t>Executive Search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 dirty="0">
                <a:solidFill>
                  <a:srgbClr val="6B6558"/>
                </a:solidFill>
                <a:latin typeface="Calibri"/>
              </a:rPr>
              <a:t>The Human-Centric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77440"/>
            <a:ext cx="4800600" cy="1614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 i="0" dirty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Executive &amp; Specialist Search</a:t>
            </a:r>
            <a:r>
              <a:rPr sz="1400" b="0" i="0" dirty="0">
                <a:solidFill>
                  <a:srgbClr val="1B2430"/>
                </a:solidFill>
                <a:latin typeface="Calibri"/>
              </a:rPr>
              <a:t> — retained and contingency search for commercial and mid-management roles across Healthcare, Pharma and MedTech.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 i="0" dirty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Hiring Process &amp; Selection Advisory</a:t>
            </a:r>
            <a:r>
              <a:rPr sz="1400" b="0" i="0" dirty="0">
                <a:solidFill>
                  <a:srgbClr val="1B2430"/>
                </a:solidFill>
                <a:latin typeface="Calibri"/>
              </a:rPr>
              <a:t> — hiring-process design, selection-criteria advisory, and job description review to sharpen who gets shortlisted.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3492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349240" cy="381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4800600" cy="47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b="1" i="0" dirty="0">
                <a:solidFill>
                  <a:srgbClr val="0D1B2A"/>
                </a:solidFill>
                <a:latin typeface="Georgia"/>
              </a:rPr>
              <a:t>Workflow Automation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 dirty="0">
                <a:solidFill>
                  <a:srgbClr val="6B6558"/>
                </a:solidFill>
                <a:latin typeface="Calibri"/>
              </a:rPr>
              <a:t>Enhanced by AI, Built for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480060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1" i="0" dirty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AI Workflow Audits &amp; TA Sprints</a:t>
            </a:r>
            <a:r>
              <a:rPr sz="1400" b="0" i="0" dirty="0">
                <a:solidFill>
                  <a:srgbClr val="1B2430"/>
                </a:solidFill>
                <a:latin typeface="Calibri"/>
              </a:rPr>
              <a:t> — diagnose and streamline the recruitment lifecycle, from intake to offer.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1" i="0" dirty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Automated Sourcing &amp; Market Signals</a:t>
            </a:r>
            <a:r>
              <a:rPr sz="1400" b="0" i="0" dirty="0">
                <a:solidFill>
                  <a:srgbClr val="1B2430"/>
                </a:solidFill>
                <a:latin typeface="Calibri"/>
              </a:rPr>
              <a:t> — AI-assisted sourcing pipelines that surface talent and hiring signals faster than manual search.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1" i="0" dirty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1" i="0" dirty="0">
                <a:solidFill>
                  <a:srgbClr val="1B2430"/>
                </a:solidFill>
                <a:latin typeface="Calibri"/>
              </a:rPr>
              <a:t>AI Sales &amp; BD Co-pilot Advisory</a:t>
            </a:r>
            <a:r>
              <a:rPr sz="1400" b="0" i="0" dirty="0">
                <a:solidFill>
                  <a:srgbClr val="1B2430"/>
                </a:solidFill>
                <a:latin typeface="Calibri"/>
              </a:rPr>
              <a:t> — the same workflow discipline applied to commercial pipeline and account planning.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11094415" cy="1051560"/>
          </a:xfrm>
          <a:prstGeom prst="rect">
            <a:avLst/>
          </a:prstGeom>
          <a:solidFill>
            <a:srgbClr val="F3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50800" cy="105156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1045433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0D1B2A"/>
                </a:solidFill>
                <a:latin typeface="Georgia"/>
              </a:rPr>
              <a:t>Recruitment is fundamentally a specialized, human-centric service. Automation doesn’t replace that judgment — it removes the manual drag so more time goes to the relationships and decisions that actually move a search forward.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2B2EEE-CEBB-2E30-C18F-8212503C2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21" y="220488"/>
            <a:ext cx="1170533" cy="579170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35A398C7-2756-72CB-E22E-A678EBE66DEC}"/>
              </a:ext>
            </a:extLst>
          </p:cNvPr>
          <p:cNvSpPr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HLS Bridge Advisory | Bridging People. Empowering Growth.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2407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Rectangle 3"/>
          <p:cNvSpPr/>
          <p:nvPr/>
        </p:nvSpPr>
        <p:spPr>
          <a:xfrm>
            <a:off x="305" y="1049153"/>
            <a:ext cx="12191695" cy="4445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2253070" y="272984"/>
            <a:ext cx="7608771" cy="579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C8A45E"/>
                </a:solidFill>
                <a:latin typeface="Calibri"/>
              </a:rPr>
              <a:t>C-LEVEL &amp; DIRECTOR PLACEMENTS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>
                <a:solidFill>
                  <a:srgbClr val="2C3946"/>
                </a:solidFill>
                <a:latin typeface="Georgia"/>
              </a:rPr>
              <a:t>Track Record &amp; Executive Placements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560" y="6473551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558"/>
                </a:solidFill>
                <a:latin typeface="Calibr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945" y="6370961"/>
            <a:ext cx="11094415" cy="9525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954481" y="609296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 dirty="0">
                <a:solidFill>
                  <a:srgbClr val="6B6558"/>
                </a:solidFill>
                <a:latin typeface="Calibri"/>
              </a:rPr>
              <a:t>Director and C-level placements across global consumer health, medical devices, pharmaceutical, healthcare services and insurance organizations.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6687" y="1732470"/>
            <a:ext cx="5349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0D1B2A"/>
                </a:solidFill>
                <a:latin typeface="Calibri"/>
              </a:rPr>
              <a:t>GLOBAL CONSUMER HEALTH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6687" y="2006790"/>
            <a:ext cx="502920" cy="254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1126687" y="2116518"/>
            <a:ext cx="5349240" cy="774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 dirty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 dirty="0">
                <a:solidFill>
                  <a:srgbClr val="1B2430"/>
                </a:solidFill>
                <a:latin typeface="Calibri"/>
              </a:rPr>
              <a:t>Country Manager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 dirty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 dirty="0">
                <a:solidFill>
                  <a:srgbClr val="1B2430"/>
                </a:solidFill>
                <a:latin typeface="Calibri"/>
              </a:rPr>
              <a:t>Marketing Director (INF)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 dirty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 dirty="0">
                <a:solidFill>
                  <a:srgbClr val="1B2430"/>
                </a:solidFill>
                <a:latin typeface="Calibri"/>
              </a:rPr>
              <a:t>Marketing Director (CLM)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6687" y="3195510"/>
            <a:ext cx="5349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0D1B2A"/>
                </a:solidFill>
                <a:latin typeface="Calibri"/>
              </a:rPr>
              <a:t>GLOBAL MEDICAL DEVICES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6687" y="3469830"/>
            <a:ext cx="502920" cy="254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1126687" y="3579558"/>
            <a:ext cx="5349240" cy="10541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Country Manager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Commercial Director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RA&amp;QA Director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Service Engineer Director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6687" y="4932870"/>
            <a:ext cx="5349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0D1B2A"/>
                </a:solidFill>
                <a:latin typeface="Calibri"/>
              </a:rPr>
              <a:t>GLOBAL HEALTHCARE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6687" y="5207190"/>
            <a:ext cx="502920" cy="254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1126687" y="5316918"/>
            <a:ext cx="5349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Business Development Director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0247" y="1732470"/>
            <a:ext cx="5349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0D1B2A"/>
                </a:solidFill>
                <a:latin typeface="Calibri"/>
              </a:rPr>
              <a:t>GLOBAL PHARMACEUTICAL COMPANY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50247" y="2006790"/>
            <a:ext cx="502920" cy="254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6750247" y="2116518"/>
            <a:ext cx="5349240" cy="1613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Marketing Director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Finance Director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Government &amp; Market Access Director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Medical Director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Business Unit Director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L&amp;D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0247" y="4018470"/>
            <a:ext cx="5349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0D1B2A"/>
                </a:solidFill>
                <a:latin typeface="Calibri"/>
              </a:rPr>
              <a:t>GLOBAL INSURANCE COMPANY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0247" y="4292790"/>
            <a:ext cx="502920" cy="254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6750247" y="4402518"/>
            <a:ext cx="5349240" cy="774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Head of Healthcare Strategy, MD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Head of Medical (Tele-Health)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Head of Medical Operations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A5DE112-DAC3-B26B-A25C-FE7374226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21" y="220488"/>
            <a:ext cx="1170533" cy="579170"/>
          </a:xfrm>
          <a:prstGeom prst="rect">
            <a:avLst/>
          </a:prstGeom>
        </p:spPr>
      </p:pic>
      <p:sp>
        <p:nvSpPr>
          <p:cNvPr id="31" name="Text 4">
            <a:extLst>
              <a:ext uri="{FF2B5EF4-FFF2-40B4-BE49-F238E27FC236}">
                <a16:creationId xmlns:a16="http://schemas.microsoft.com/office/drawing/2014/main" id="{A9F5961A-4B85-8C62-1358-1FEBAEDAC61A}"/>
              </a:ext>
            </a:extLst>
          </p:cNvPr>
          <p:cNvSpPr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HLS Bridge Advisory | Bridging People. Empowering Growth.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24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53375" y="269973"/>
            <a:ext cx="11094415" cy="579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C8A45E"/>
                </a:solidFill>
                <a:latin typeface="Calibri"/>
              </a:rPr>
              <a:t>150+ MAPPED ORGANIZATIONS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>
                <a:solidFill>
                  <a:srgbClr val="2C3946"/>
                </a:solidFill>
                <a:latin typeface="Georgia"/>
              </a:rPr>
              <a:t>Industry Expertise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558"/>
                </a:solidFill>
                <a:latin typeface="Calibr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73368"/>
            <a:ext cx="11094415" cy="9525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272491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2724912" cy="381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1517904"/>
            <a:ext cx="23957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i="0" dirty="0">
                <a:solidFill>
                  <a:srgbClr val="0D1B2A"/>
                </a:solidFill>
                <a:latin typeface="Georgia"/>
              </a:rPr>
              <a:t>Pharmaceutical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371600"/>
            <a:ext cx="272491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1371600"/>
            <a:ext cx="2724912" cy="381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1024" y="1517904"/>
            <a:ext cx="23957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i="0" dirty="0">
                <a:solidFill>
                  <a:srgbClr val="0D1B2A"/>
                </a:solidFill>
                <a:latin typeface="Georgia"/>
              </a:rPr>
              <a:t>Medical Device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371600"/>
            <a:ext cx="272491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54496" y="1371600"/>
            <a:ext cx="2724912" cy="381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1517904"/>
            <a:ext cx="23957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i="0" dirty="0">
                <a:solidFill>
                  <a:srgbClr val="0D1B2A"/>
                </a:solidFill>
                <a:latin typeface="Georgia"/>
              </a:rPr>
              <a:t>Consumer Health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7424" y="1371600"/>
            <a:ext cx="272491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07424" y="1371600"/>
            <a:ext cx="2724912" cy="381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72016" y="1517904"/>
            <a:ext cx="23957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i="0" dirty="0">
                <a:solidFill>
                  <a:srgbClr val="0D1B2A"/>
                </a:solidFill>
                <a:latin typeface="Georgia"/>
              </a:rPr>
              <a:t>Manufacturing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34056"/>
            <a:ext cx="272491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2734056"/>
            <a:ext cx="2724912" cy="381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2880360"/>
            <a:ext cx="23957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i="0" dirty="0">
                <a:solidFill>
                  <a:srgbClr val="0D1B2A"/>
                </a:solidFill>
                <a:latin typeface="Georgia"/>
              </a:rPr>
              <a:t>Animal Health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01568" y="2734056"/>
            <a:ext cx="272491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01568" y="2734056"/>
            <a:ext cx="2724912" cy="381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21024" y="2880360"/>
            <a:ext cx="239572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i="0" dirty="0">
                <a:solidFill>
                  <a:srgbClr val="0D1B2A"/>
                </a:solidFill>
                <a:latin typeface="Georgia"/>
              </a:rPr>
              <a:t>Healthcare Distributor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4496" y="2734056"/>
            <a:ext cx="272491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54496" y="2734056"/>
            <a:ext cx="2724912" cy="381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2880360"/>
            <a:ext cx="23957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i="0" dirty="0">
                <a:solidFill>
                  <a:srgbClr val="0D1B2A"/>
                </a:solidFill>
                <a:latin typeface="Georgia"/>
              </a:rPr>
              <a:t>Hospital / Clinic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07424" y="2734056"/>
            <a:ext cx="2724912" cy="1234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72016" y="2983151"/>
            <a:ext cx="2395728" cy="7911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dirty="0">
                <a:solidFill>
                  <a:srgbClr val="C8A45E"/>
                </a:solidFill>
                <a:latin typeface="Georgia"/>
              </a:rPr>
              <a:t>150+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organizations mapped across 7 healthcare sub-sectors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964" y="4610126"/>
            <a:ext cx="11094415" cy="1417320"/>
          </a:xfrm>
          <a:prstGeom prst="rect">
            <a:avLst/>
          </a:prstGeom>
          <a:solidFill>
            <a:srgbClr val="F3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6964" y="4610126"/>
            <a:ext cx="50800" cy="141732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7004" y="4756430"/>
            <a:ext cx="10454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0D1B2A"/>
                </a:solidFill>
                <a:latin typeface="Calibri"/>
              </a:rPr>
              <a:t>ADJACENT COVERAGE CAPABILITY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004" y="5140478"/>
            <a:ext cx="104543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D1B2A"/>
                </a:solidFill>
                <a:latin typeface="Calibri"/>
              </a:rPr>
              <a:t>FMCG:  </a:t>
            </a:r>
            <a:r>
              <a:rPr sz="1100" b="0" i="0">
                <a:solidFill>
                  <a:srgbClr val="1B2430"/>
                </a:solidFill>
                <a:latin typeface="Calibri"/>
              </a:rPr>
              <a:t>Food &amp; Beverage · Personal Care &amp; Beauty · Home Care &amp; Household · Baby &amp; Child · Pet Care · Alcohol &amp; Tobacco · Consumer Electronics · Luxury Retail · Automotive · Furniture &amp; Home Furnishings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215" y="5510810"/>
            <a:ext cx="104543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D1B2A"/>
                </a:solidFill>
                <a:latin typeface="Calibri"/>
              </a:rPr>
              <a:t>Industrial &amp; Manufacturing:  </a:t>
            </a:r>
            <a:r>
              <a:rPr sz="1100" b="0" i="0">
                <a:solidFill>
                  <a:srgbClr val="1B2430"/>
                </a:solidFill>
                <a:latin typeface="Calibri"/>
              </a:rPr>
              <a:t>Automotive · Chemical · Electronic · Packaging · Logistics &amp; SCM · Advertising &amp; E-commerce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98D0D09-BD4F-E568-9797-6DD078123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21" y="220488"/>
            <a:ext cx="1170533" cy="579170"/>
          </a:xfrm>
          <a:prstGeom prst="rect">
            <a:avLst/>
          </a:prstGeom>
        </p:spPr>
      </p:pic>
      <p:sp>
        <p:nvSpPr>
          <p:cNvPr id="41" name="Text 4">
            <a:extLst>
              <a:ext uri="{FF2B5EF4-FFF2-40B4-BE49-F238E27FC236}">
                <a16:creationId xmlns:a16="http://schemas.microsoft.com/office/drawing/2014/main" id="{9F660D53-06D5-38F3-7B4F-245234DD1977}"/>
              </a:ext>
            </a:extLst>
          </p:cNvPr>
          <p:cNvSpPr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HLS Bridge Advisory | Bridging People. Empowering Growth.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53375" y="286630"/>
            <a:ext cx="7019223" cy="579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C8A45E"/>
                </a:solidFill>
                <a:latin typeface="Calibri"/>
              </a:rPr>
              <a:t>SERVICE AGREEMENT HIGHLIGHTS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>
                <a:solidFill>
                  <a:srgbClr val="2C3946"/>
                </a:solidFill>
                <a:latin typeface="Georgia"/>
              </a:rPr>
              <a:t>Transparent Commercial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558"/>
                </a:solidFill>
                <a:latin typeface="Calibr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73368"/>
            <a:ext cx="11094415" cy="9525"/>
          </a:xfrm>
          <a:prstGeom prst="rect">
            <a:avLst/>
          </a:prstGeom>
          <a:solidFill>
            <a:srgbClr val="DD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1421" y="1436370"/>
            <a:ext cx="53492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5349240" cy="381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05416"/>
            <a:ext cx="4800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0D1B2A"/>
                </a:solidFill>
                <a:latin typeface="Georgia"/>
              </a:rPr>
              <a:t>Fee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94560"/>
            <a:ext cx="4800600" cy="469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C8A45E"/>
                </a:solidFill>
                <a:latin typeface="Calibri"/>
              </a:rPr>
              <a:t>PLACEMENT FEE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B2430"/>
                </a:solidFill>
                <a:latin typeface="Calibri"/>
              </a:rPr>
              <a:t>20% of the Candidate’s Annual Gross Remuneration.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07792"/>
            <a:ext cx="4800600" cy="710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CALCULATION BASIS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Total gross cash remuneration for the first 12 months of the Engagement.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76472"/>
            <a:ext cx="4800600" cy="710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C8A45E"/>
                </a:solidFill>
                <a:latin typeface="Calibri"/>
              </a:rPr>
              <a:t>INCLUDED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B2430"/>
                </a:solidFill>
                <a:latin typeface="Calibri"/>
              </a:rPr>
              <a:t>Base salary, guaranteed bonuses, guaranteed allowances, and other guaranteed cash compensation.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45152"/>
            <a:ext cx="4800600" cy="710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C8A45E"/>
                </a:solidFill>
                <a:latin typeface="Calibri"/>
              </a:rPr>
              <a:t>EXCLUDED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B2430"/>
                </a:solidFill>
                <a:latin typeface="Calibri"/>
              </a:rPr>
              <a:t>Discretionary bonuses, unguaranteed commissions, equity awards, reimbursements, and non-cash benefits.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53492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5349240" cy="3810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618488"/>
            <a:ext cx="4800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0D1B2A"/>
                </a:solidFill>
                <a:latin typeface="Georgia"/>
              </a:rPr>
              <a:t>Guarantee &amp; 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94560"/>
            <a:ext cx="4800600" cy="469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REPLACEMENT GUARANTEE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90 calendar days from the Candidate’s first day of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63240"/>
            <a:ext cx="4800600" cy="710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8A45E"/>
                </a:solidFill>
                <a:latin typeface="Calibri"/>
              </a:rPr>
              <a:t>PAYMENT TERM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Payment due within 30 calendar days of the Candidate’s first day of 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434840"/>
            <a:ext cx="5349240" cy="1691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663440"/>
            <a:ext cx="48006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FFFFFF"/>
                </a:solidFill>
                <a:latin typeface="Georgia"/>
              </a:rPr>
              <a:t>No placement fee is payable unless an Engagement occurs — commercial terms are aligned to results, not activity.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EBCF037-409A-8F5B-7A7A-47CD70AF2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21" y="220488"/>
            <a:ext cx="1170533" cy="57917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C0091EA4-302D-1434-DD3B-7D4A12458923}"/>
              </a:ext>
            </a:extLst>
          </p:cNvPr>
          <p:cNvSpPr/>
          <p:nvPr/>
        </p:nvSpPr>
        <p:spPr>
          <a:xfrm>
            <a:off x="59436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HLS Bridge Advisory | Bridging People. Empowering Growth.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D9A8-A9F0-08C1-6DB3-D0D4B89D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913FAE-AE73-97F8-37C8-5A2D3A77B4FA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Aptos" panose="020B0004020202020204" pitchFamily="34" charset="0"/>
              </a:rPr>
              <a:t>Thank you</a:t>
            </a:r>
            <a:endParaRPr sz="5400" dirty="0">
              <a:latin typeface="Aptos" panose="020B0004020202020204" pitchFamily="34" charset="0"/>
            </a:endParaRPr>
          </a:p>
        </p:txBody>
      </p:sp>
      <p:pic>
        <p:nvPicPr>
          <p:cNvPr id="3" name="Picture 2" descr="HLSBridgeAdvisory_Logo-Full-Reversed_transparent.png">
            <a:extLst>
              <a:ext uri="{FF2B5EF4-FFF2-40B4-BE49-F238E27FC236}">
                <a16:creationId xmlns:a16="http://schemas.microsoft.com/office/drawing/2014/main" id="{BB27CC00-7FFE-4ACF-BA5F-A74493F2E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252" y="557551"/>
            <a:ext cx="2931187" cy="15419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C8F812-7D6F-909F-043A-5108F9671721}"/>
              </a:ext>
            </a:extLst>
          </p:cNvPr>
          <p:cNvSpPr/>
          <p:nvPr/>
        </p:nvSpPr>
        <p:spPr>
          <a:xfrm>
            <a:off x="5455767" y="5074920"/>
            <a:ext cx="1280160" cy="19050"/>
          </a:xfrm>
          <a:prstGeom prst="rect">
            <a:avLst/>
          </a:prstGeom>
          <a:solidFill>
            <a:srgbClr val="C8A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55940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653</Words>
  <Application>Microsoft Office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Washirawish Raweerojthakul</cp:lastModifiedBy>
  <cp:revision>1</cp:revision>
  <dcterms:created xsi:type="dcterms:W3CDTF">2013-01-27T09:14:16Z</dcterms:created>
  <dcterms:modified xsi:type="dcterms:W3CDTF">2026-08-11T06:25:59Z</dcterms:modified>
  <cp:category/>
</cp:coreProperties>
</file>